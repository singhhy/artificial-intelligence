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810" y="2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1A734F-B94F-4FD0-97CD-FEBC943223F7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2C1626-B689-45B2-AEF5-E43EB2C47C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5631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Imagine a traffic system that can learn and adapt in real time.</a:t>
            </a:r>
            <a:br>
              <a:rPr lang="en-GB" dirty="0"/>
            </a:br>
            <a:r>
              <a:rPr lang="en-GB" dirty="0"/>
              <a:t>Today, I’ll present an AI-powered smart intersection system that uses reinforcement learning and computer vision to reduce congestion and improve safety.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2C1626-B689-45B2-AEF5-E43EB2C47CE3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09873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Current traffic signals operate on fixed timers, which do not adapt to real-time traffic conditions.</a:t>
            </a:r>
            <a:br>
              <a:rPr lang="en-GB" dirty="0"/>
            </a:br>
            <a:r>
              <a:rPr lang="en-GB" dirty="0"/>
              <a:t>This leads to unnecessary congestion, longer waiting times, and increased risk for pedestrians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2C1626-B689-45B2-AEF5-E43EB2C47CE3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51190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To solve this, we propose a hybrid AI system.</a:t>
            </a:r>
            <a:br>
              <a:rPr lang="en-GB" dirty="0"/>
            </a:br>
            <a:r>
              <a:rPr lang="en-GB" dirty="0"/>
              <a:t>It combines reinforcement learning for decision-making, computer vision for real-time perception, and rule-based constraints to ensure safety.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2C1626-B689-45B2-AEF5-E43EB2C47CE3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24699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This system has real-world impact.</a:t>
            </a:r>
            <a:br>
              <a:rPr lang="en-GB" dirty="0"/>
            </a:br>
            <a:r>
              <a:rPr lang="en-GB" dirty="0"/>
              <a:t>It reduces waiting time, improves traffic flow, enhances safety, and can scale to smart city infrastructure.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2C1626-B689-45B2-AEF5-E43EB2C47CE3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48395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 system starts with traffic cameras capturing real-time data.</a:t>
            </a:r>
            <a:br>
              <a:rPr lang="en-GB" dirty="0"/>
            </a:br>
            <a:r>
              <a:rPr lang="en-GB" dirty="0"/>
              <a:t>A computer vision model detects vehicles and pedestrians.</a:t>
            </a:r>
            <a:br>
              <a:rPr lang="en-GB" dirty="0"/>
            </a:br>
            <a:r>
              <a:rPr lang="en-GB" dirty="0"/>
              <a:t>This data is converted into a structured state and passed to a reinforcement learning agent.</a:t>
            </a:r>
            <a:br>
              <a:rPr lang="en-GB" dirty="0"/>
            </a:br>
            <a:r>
              <a:rPr lang="en-GB" dirty="0"/>
              <a:t>The agent decides the optimal signal timing, while a rule engine ensures safety before execution.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2C1626-B689-45B2-AEF5-E43EB2C47CE3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82448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Instead of traditional accuracy, we evaluate system performance using real-world metrics.</a:t>
            </a:r>
            <a:br>
              <a:rPr lang="en-GB" dirty="0"/>
            </a:br>
            <a:r>
              <a:rPr lang="en-GB" dirty="0"/>
              <a:t>These include waiting time, queue length, traffic throughput, and safety violations.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2C1626-B689-45B2-AEF5-E43EB2C47CE3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00857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For the proof of concept, I developed a machine learning model that predicts traffic congestion.</a:t>
            </a:r>
            <a:br>
              <a:rPr lang="en-GB" dirty="0"/>
            </a:br>
            <a:r>
              <a:rPr lang="en-GB" dirty="0"/>
              <a:t>This demonstrates that traffic patterns can be learned from data, forming the foundation for a reinforcement learning-based system.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2C1626-B689-45B2-AEF5-E43EB2C47CE3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58648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Based on our design, the system can reduce waiting time by 20%, increase throughput by 15%, and significantly improve pedestrian safety.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2C1626-B689-45B2-AEF5-E43EB2C47CE3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2469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In conclusion, this project shows how AI can transform traditional traffic systems into intelligent, adaptive systems.</a:t>
            </a:r>
            <a:br>
              <a:rPr lang="en-GB" dirty="0"/>
            </a:br>
            <a:r>
              <a:rPr lang="en-GB" dirty="0"/>
              <a:t>The hybrid approach ensures both safety and efficiency, making it suitable for real-world deployment.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2C1626-B689-45B2-AEF5-E43EB2C47CE3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72092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875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384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3754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7284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7421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329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839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897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629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196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3848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312260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624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9587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7007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5499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6751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42031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AI-Powered Smart Traffic Intersection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Harpreet singh</a:t>
            </a:r>
            <a:endParaRPr dirty="0"/>
          </a:p>
          <a:p>
            <a:r>
              <a:rPr dirty="0"/>
              <a:t>Reinforcement Learning + Computer Vision</a:t>
            </a:r>
          </a:p>
        </p:txBody>
      </p:sp>
      <p:pic>
        <p:nvPicPr>
          <p:cNvPr id="6" name="Video 5">
            <a:hlinkClick r:id="" action="ppaction://media"/>
            <a:extLst>
              <a:ext uri="{FF2B5EF4-FFF2-40B4-BE49-F238E27FC236}">
                <a16:creationId xmlns:a16="http://schemas.microsoft.com/office/drawing/2014/main" id="{874A082F-6F79-72CA-BEEC-2BF26796C70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  <p:ext uri="{42D2F446-02D8-4167-A562-619A0277C38B}">
                <p15:isNarration xmlns:p15="http://schemas.microsoft.com/office/powerpoint/2012/main" val="1"/>
              </p:ext>
            </p:extLst>
          </p:nvPr>
        </p:nvPicPr>
        <p:blipFill>
          <a:blip r:embed="rId5"/>
          <a:srcRect l="21875" r="21875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47"/>
    </mc:Choice>
    <mc:Fallback>
      <p:transition spd="slow" advTm="2004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5486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Static signals cause inefficiency</a:t>
            </a:r>
          </a:p>
          <a:p>
            <a:pPr>
              <a:defRPr sz="2000"/>
            </a:pPr>
            <a:r>
              <a:t>Urban congestion is increasing</a:t>
            </a:r>
          </a:p>
          <a:p>
            <a:pPr>
              <a:defRPr sz="2000"/>
            </a:pPr>
            <a:r>
              <a:t>Pedestrian safety risks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0" y="1371600"/>
            <a:ext cx="1828800" cy="2743200"/>
          </a:xfrm>
          <a:prstGeom prst="round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5486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Hybrid AI System</a:t>
            </a:r>
          </a:p>
          <a:p>
            <a:pPr>
              <a:defRPr sz="2000"/>
            </a:pPr>
            <a:r>
              <a:t>Reinforcement Learning optimization</a:t>
            </a:r>
          </a:p>
          <a:p>
            <a:pPr>
              <a:defRPr sz="2000"/>
            </a:pPr>
            <a:r>
              <a:t>Computer Vision perception</a:t>
            </a:r>
          </a:p>
          <a:p>
            <a:pPr>
              <a:defRPr sz="2000"/>
            </a:pPr>
            <a:r>
              <a:t>Rule-based safety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0" y="1371600"/>
            <a:ext cx="1828800" cy="2743200"/>
          </a:xfrm>
          <a:prstGeom prst="round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Why It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5486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Reduces waiting time</a:t>
            </a:r>
          </a:p>
          <a:p>
            <a:pPr>
              <a:defRPr sz="2000"/>
            </a:pPr>
            <a:r>
              <a:t>Improves traffic flow</a:t>
            </a:r>
          </a:p>
          <a:p>
            <a:pPr>
              <a:defRPr sz="2000"/>
            </a:pPr>
            <a:r>
              <a:t>Enhances safety</a:t>
            </a:r>
          </a:p>
          <a:p>
            <a:pPr>
              <a:defRPr sz="2000"/>
            </a:pPr>
            <a:r>
              <a:t>Scales to smart cities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0" y="1371600"/>
            <a:ext cx="1828800" cy="2743200"/>
          </a:xfrm>
          <a:prstGeom prst="round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/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2286000"/>
            <a:ext cx="1371600" cy="914400"/>
          </a:xfrm>
          <a:prstGeom prst="rect">
            <a:avLst/>
          </a:prstGeom>
          <a:solidFill>
            <a:srgbClr val="C8E6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>
                <a:solidFill>
                  <a:schemeClr val="bg1"/>
                </a:solidFill>
              </a:rPr>
              <a:t>Camera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0" y="2286000"/>
            <a:ext cx="1371600" cy="914400"/>
          </a:xfrm>
          <a:prstGeom prst="rect">
            <a:avLst/>
          </a:prstGeom>
          <a:solidFill>
            <a:srgbClr val="C8E6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>
                <a:solidFill>
                  <a:schemeClr val="bg1"/>
                </a:solidFill>
              </a:rPr>
              <a:t>CV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2286000"/>
            <a:ext cx="1371600" cy="914400"/>
          </a:xfrm>
          <a:prstGeom prst="rect">
            <a:avLst/>
          </a:prstGeom>
          <a:solidFill>
            <a:srgbClr val="C8E6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>
                <a:solidFill>
                  <a:schemeClr val="bg1"/>
                </a:solidFill>
              </a:rPr>
              <a:t>RL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0" y="2286000"/>
            <a:ext cx="1371600" cy="914400"/>
          </a:xfrm>
          <a:prstGeom prst="rect">
            <a:avLst/>
          </a:prstGeom>
          <a:solidFill>
            <a:srgbClr val="C8E6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>
                <a:solidFill>
                  <a:schemeClr val="bg1"/>
                </a:solidFill>
              </a:rPr>
              <a:t>Signal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828800" y="2743200"/>
            <a:ext cx="4572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657600" y="2743200"/>
            <a:ext cx="4572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486400" y="2743200"/>
            <a:ext cx="4572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5486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Waiting time</a:t>
            </a:r>
          </a:p>
          <a:p>
            <a:pPr>
              <a:defRPr sz="2000"/>
            </a:pPr>
            <a:r>
              <a:t>Queue length</a:t>
            </a:r>
          </a:p>
          <a:p>
            <a:pPr>
              <a:defRPr sz="2000"/>
            </a:pPr>
            <a:r>
              <a:t>Throughput</a:t>
            </a:r>
          </a:p>
          <a:p>
            <a:pPr>
              <a:defRPr sz="2000"/>
            </a:pPr>
            <a:r>
              <a:t>Safety violations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0" y="1371600"/>
            <a:ext cx="1828800" cy="2743200"/>
          </a:xfrm>
          <a:prstGeom prst="round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Proof of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5486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Random Forest model</a:t>
            </a:r>
          </a:p>
          <a:p>
            <a:pPr>
              <a:defRPr sz="2000"/>
            </a:pPr>
            <a:r>
              <a:t>Predicts congestion</a:t>
            </a:r>
          </a:p>
          <a:p>
            <a:pPr>
              <a:defRPr sz="2000"/>
            </a:pPr>
            <a:r>
              <a:t>Validates feasibility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0" y="1371600"/>
            <a:ext cx="1828800" cy="2743200"/>
          </a:xfrm>
          <a:prstGeom prst="round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5486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20% less waiting</a:t>
            </a:r>
          </a:p>
          <a:p>
            <a:pPr>
              <a:defRPr sz="2000"/>
            </a:pPr>
            <a:r>
              <a:t>15% higher throughput</a:t>
            </a:r>
          </a:p>
          <a:p>
            <a:pPr>
              <a:defRPr sz="2000"/>
            </a:pPr>
            <a:r>
              <a:t>Safer intersections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0" y="1371600"/>
            <a:ext cx="1828800" cy="2743200"/>
          </a:xfrm>
          <a:prstGeom prst="round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5486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AI transforms traffic systems</a:t>
            </a:r>
          </a:p>
          <a:p>
            <a:pPr>
              <a:defRPr sz="2000"/>
            </a:pPr>
            <a:r>
              <a:t>Hybrid approach ensures reliability</a:t>
            </a:r>
          </a:p>
          <a:p>
            <a:pPr>
              <a:defRPr sz="2000"/>
            </a:pPr>
            <a:r>
              <a:t>Ready for real-world deployment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0" y="1371600"/>
            <a:ext cx="1828800" cy="2743200"/>
          </a:xfrm>
          <a:prstGeom prst="round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32</TotalTime>
  <Words>421</Words>
  <Application>Microsoft Office PowerPoint</Application>
  <PresentationFormat>On-screen Show (4:3)</PresentationFormat>
  <Paragraphs>57</Paragraphs>
  <Slides>9</Slides>
  <Notes>9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Century Gothic</vt:lpstr>
      <vt:lpstr>Wingdings 3</vt:lpstr>
      <vt:lpstr>Ion</vt:lpstr>
      <vt:lpstr>AI-Powered Smart Traffic Intersection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Smart Traffic Intersection</dc:title>
  <dc:subject/>
  <dc:creator/>
  <cp:keywords/>
  <dc:description>generated using python-pptx</dc:description>
  <cp:lastModifiedBy>Harpreet Singh</cp:lastModifiedBy>
  <cp:revision>5</cp:revision>
  <dcterms:created xsi:type="dcterms:W3CDTF">2013-01-27T09:14:16Z</dcterms:created>
  <dcterms:modified xsi:type="dcterms:W3CDTF">2026-04-04T21:57:29Z</dcterms:modified>
  <cp:category/>
</cp:coreProperties>
</file>