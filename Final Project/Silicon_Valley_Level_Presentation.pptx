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173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875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384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375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7284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742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3299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839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977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629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1967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3848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312260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624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89587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7007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499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675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42031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AI-Powered Smart Traffic Intersection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Silicon Valley-Level Presentation</a:t>
            </a:r>
          </a:p>
          <a:p>
            <a:r>
              <a:t>Reinforcement Learning + Computer Vision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5486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Static signals cause inefficiency</a:t>
            </a:r>
          </a:p>
          <a:p>
            <a:pPr>
              <a:defRPr sz="2000"/>
            </a:pPr>
            <a:r>
              <a:t>Urban congestion is increasing</a:t>
            </a:r>
          </a:p>
          <a:p>
            <a:pPr>
              <a:defRPr sz="2000"/>
            </a:pPr>
            <a:r>
              <a:t>Pedestrian safety risks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0" y="1371600"/>
            <a:ext cx="1828800" cy="274320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5486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Hybrid AI System</a:t>
            </a:r>
          </a:p>
          <a:p>
            <a:pPr>
              <a:defRPr sz="2000"/>
            </a:pPr>
            <a:r>
              <a:t>Reinforcement Learning optimization</a:t>
            </a:r>
          </a:p>
          <a:p>
            <a:pPr>
              <a:defRPr sz="2000"/>
            </a:pPr>
            <a:r>
              <a:t>Computer Vision perception</a:t>
            </a:r>
          </a:p>
          <a:p>
            <a:pPr>
              <a:defRPr sz="2000"/>
            </a:pPr>
            <a:r>
              <a:t>Rule-based safety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0" y="1371600"/>
            <a:ext cx="1828800" cy="274320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5486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Reduces waiting time</a:t>
            </a:r>
          </a:p>
          <a:p>
            <a:pPr>
              <a:defRPr sz="2000"/>
            </a:pPr>
            <a:r>
              <a:t>Improves traffic flow</a:t>
            </a:r>
          </a:p>
          <a:p>
            <a:pPr>
              <a:defRPr sz="2000"/>
            </a:pPr>
            <a:r>
              <a:t>Enhances safety</a:t>
            </a:r>
          </a:p>
          <a:p>
            <a:pPr>
              <a:defRPr sz="2000"/>
            </a:pPr>
            <a:r>
              <a:t>Scales to smart cities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0" y="1371600"/>
            <a:ext cx="1828800" cy="274320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/>
            </a:pPr>
            <a: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2286000"/>
            <a:ext cx="1371600" cy="914400"/>
          </a:xfrm>
          <a:prstGeom prst="rect">
            <a:avLst/>
          </a:prstGeom>
          <a:solidFill>
            <a:srgbClr val="C8E6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>
                <a:solidFill>
                  <a:schemeClr val="bg1"/>
                </a:solidFill>
              </a:rPr>
              <a:t>Camera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2286000"/>
            <a:ext cx="1371600" cy="914400"/>
          </a:xfrm>
          <a:prstGeom prst="rect">
            <a:avLst/>
          </a:prstGeom>
          <a:solidFill>
            <a:srgbClr val="C8E6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>
                <a:solidFill>
                  <a:schemeClr val="bg1"/>
                </a:solidFill>
              </a:rPr>
              <a:t>CV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0" y="2286000"/>
            <a:ext cx="1371600" cy="914400"/>
          </a:xfrm>
          <a:prstGeom prst="rect">
            <a:avLst/>
          </a:prstGeom>
          <a:solidFill>
            <a:srgbClr val="C8E6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>
                <a:solidFill>
                  <a:schemeClr val="bg1"/>
                </a:solidFill>
              </a:rPr>
              <a:t>RL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2286000"/>
            <a:ext cx="1371600" cy="914400"/>
          </a:xfrm>
          <a:prstGeom prst="rect">
            <a:avLst/>
          </a:prstGeom>
          <a:solidFill>
            <a:srgbClr val="C8E6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>
                <a:solidFill>
                  <a:schemeClr val="bg1"/>
                </a:solidFill>
              </a:rPr>
              <a:t>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28800" y="2743200"/>
            <a:ext cx="4572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657600" y="2743200"/>
            <a:ext cx="4572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743200"/>
            <a:ext cx="4572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Metrics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5486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Waiting time</a:t>
            </a:r>
          </a:p>
          <a:p>
            <a:pPr>
              <a:defRPr sz="2000"/>
            </a:pPr>
            <a:r>
              <a:t>Queue length</a:t>
            </a:r>
          </a:p>
          <a:p>
            <a:pPr>
              <a:defRPr sz="2000"/>
            </a:pPr>
            <a:r>
              <a:t>Throughput</a:t>
            </a:r>
          </a:p>
          <a:p>
            <a:pPr>
              <a:defRPr sz="2000"/>
            </a:pPr>
            <a:r>
              <a:t>Safety violations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0" y="1371600"/>
            <a:ext cx="1828800" cy="274320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Proof of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5486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Random Forest model</a:t>
            </a:r>
          </a:p>
          <a:p>
            <a:pPr>
              <a:defRPr sz="2000"/>
            </a:pPr>
            <a:r>
              <a:t>Predicts congestion</a:t>
            </a:r>
          </a:p>
          <a:p>
            <a:pPr>
              <a:defRPr sz="2000"/>
            </a:pPr>
            <a:r>
              <a:t>Validates feasibility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0" y="1371600"/>
            <a:ext cx="1828800" cy="274320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5486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20% less waiting</a:t>
            </a:r>
          </a:p>
          <a:p>
            <a:pPr>
              <a:defRPr sz="2000"/>
            </a:pPr>
            <a:r>
              <a:t>15% higher throughput</a:t>
            </a:r>
          </a:p>
          <a:p>
            <a:pPr>
              <a:defRPr sz="2000"/>
            </a:pPr>
            <a:r>
              <a:t>Safer intersections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0" y="1371600"/>
            <a:ext cx="1828800" cy="274320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5486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AI transforms traffic systems</a:t>
            </a:r>
          </a:p>
          <a:p>
            <a:pPr>
              <a:defRPr sz="2000"/>
            </a:pPr>
            <a:r>
              <a:t>Hybrid approach ensures reliability</a:t>
            </a:r>
          </a:p>
          <a:p>
            <a:pPr>
              <a:defRPr sz="2000"/>
            </a:pPr>
            <a:r>
              <a:t>Ready for real-world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0" y="1371600"/>
            <a:ext cx="1828800" cy="2743200"/>
          </a:xfrm>
          <a:prstGeom prst="round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</TotalTime>
  <Words>101</Words>
  <Application>Microsoft Office PowerPoint</Application>
  <PresentationFormat>On-screen Show (4:3)</PresentationFormat>
  <Paragraphs>39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Century Gothic</vt:lpstr>
      <vt:lpstr>Wingdings 3</vt:lpstr>
      <vt:lpstr>Ion</vt:lpstr>
      <vt:lpstr>AI-Powered Smart Traffic Intersection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AI-Powered Smart Traffic Intersection</dc:title>
  <dc:subject/>
  <dc:creator/>
  <cp:keywords/>
  <dc:description>generated using python-pptx</dc:description>
  <cp:lastModifiedBy>Harpreet Singh</cp:lastModifiedBy>
  <cp:revision>2</cp:revision>
  <dcterms:created xsi:type="dcterms:W3CDTF">2013-01-27T09:14:16Z</dcterms:created>
  <dcterms:modified xsi:type="dcterms:W3CDTF">2026-04-04T20:37:37Z</dcterms:modified>
  <cp:category/>
</cp:coreProperties>
</file>