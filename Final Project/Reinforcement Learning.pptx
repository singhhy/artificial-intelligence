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116A5-C86A-4946-93A5-9EAC7D9A7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697C1-48B4-4546-A392-2E0199B5B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B6F05-BC7D-4327-9DE9-B9F1F5EB3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511AA-309C-44D0-B2EA-B38CA45DCD9D}" type="datetimeFigureOut">
              <a:rPr lang="en-CA" smtClean="0"/>
              <a:t>2026-04-05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65357-6B09-4228-B70C-53F6D20D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97A8C-5E20-465B-B3B3-94B4FAD15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6C87-D865-4FC0-BE94-A0774F666C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2055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116C-FDE0-40FB-8449-9F7D8519E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1E00B-B35C-44FF-8507-2A2440CE8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F904C-CE98-4C2C-AB3F-E03824152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511AA-309C-44D0-B2EA-B38CA45DCD9D}" type="datetimeFigureOut">
              <a:rPr lang="en-CA" smtClean="0"/>
              <a:t>2026-04-05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002DA-C23E-4015-AEF8-938150B4F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A90D1-A655-4074-8BED-04E714B7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6C87-D865-4FC0-BE94-A0774F666C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9900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FD367-A38B-4B1F-8831-B7586955E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FC627-2D9C-4113-A816-396A113EF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16D5A-5B56-4D3B-B9A0-976DB1EC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511AA-309C-44D0-B2EA-B38CA45DCD9D}" type="datetimeFigureOut">
              <a:rPr lang="en-CA" smtClean="0"/>
              <a:t>2026-04-05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2B54F-6113-47DE-B599-E2DEC087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CA7E9-165F-4C43-93FC-8309B2976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6C87-D865-4FC0-BE94-A0774F666C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280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8D96C-1ECE-422A-A2A8-E169F5B4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C8C2E-9CAA-467B-B957-D63BB6AAE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4FCACD-3380-4F2A-AA63-586843A2E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AF283-0C8F-4B1F-9BC0-05B96B61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511AA-309C-44D0-B2EA-B38CA45DCD9D}" type="datetimeFigureOut">
              <a:rPr lang="en-CA" smtClean="0"/>
              <a:t>2026-04-05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D66F9-D803-43E5-9C22-ED9F0B562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8E60A-9085-4147-A81E-8C67B21A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6C87-D865-4FC0-BE94-A0774F666C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165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011C-8FA6-4A0F-BC7F-DE7FFC041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1D84D-3B71-4425-ABF6-F32A7E692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0B83F-D117-44F2-A17E-08236A0E0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2F34E-F499-46BC-99AB-83459E08A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5D7AA-5404-4A26-A1A6-B1B6C3990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83BFE5-0952-4D9F-99A9-2B5889E2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511AA-309C-44D0-B2EA-B38CA45DCD9D}" type="datetimeFigureOut">
              <a:rPr lang="en-CA" smtClean="0"/>
              <a:t>2026-04-05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08A030-D3EE-45AF-B994-1ACE82B0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47842C-8DE1-4767-8CA8-C722C207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6C87-D865-4FC0-BE94-A0774F666C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296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1FAA-B1F0-4691-ADE1-9641F111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788E15-555F-450C-A704-6530FC921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511AA-309C-44D0-B2EA-B38CA45DCD9D}" type="datetimeFigureOut">
              <a:rPr lang="en-CA" smtClean="0"/>
              <a:t>2026-04-05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6374C-DEDC-4FAE-BD40-6310F5342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363C6-D156-4BDE-AD8E-2BD5056D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6C87-D865-4FC0-BE94-A0774F666C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584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AC368B-8B46-4CFF-88E8-F425E660C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511AA-309C-44D0-B2EA-B38CA45DCD9D}" type="datetimeFigureOut">
              <a:rPr lang="en-CA" smtClean="0"/>
              <a:t>2026-04-05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ACCEE-91DF-46FB-A968-E80DAF369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29BDF-B6E1-4936-97AE-635F8727B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6C87-D865-4FC0-BE94-A0774F666C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3764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20EF-061D-4F9B-8CCD-47A2031F3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27818-8A5F-420C-962C-FDF3808DB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6D80A-EC1A-472A-8319-31A699A86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CA041-5359-4497-B1A8-DB04AA66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511AA-309C-44D0-B2EA-B38CA45DCD9D}" type="datetimeFigureOut">
              <a:rPr lang="en-CA" smtClean="0"/>
              <a:t>2026-04-05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D53DB-8849-4DB7-A1AC-510EADA1C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69AB6-50A0-4C2B-A1FE-EA905B1C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6C87-D865-4FC0-BE94-A0774F666C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5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99E1-AEA9-4EC4-8F00-7E754329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5E24DD-F5FE-445E-B1EF-43270CFFB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D2379-BBCA-4BEE-BF25-8F0287725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D189D-CA72-4575-B0B8-96761B502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511AA-309C-44D0-B2EA-B38CA45DCD9D}" type="datetimeFigureOut">
              <a:rPr lang="en-CA" smtClean="0"/>
              <a:t>2026-04-05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43461-0CC5-4415-B283-6F3EA4D59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C5780-BB11-4BD2-A961-E89176EA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6C87-D865-4FC0-BE94-A0774F666C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5171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D04EE-4CC5-4208-BAF6-64F1E6EFE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3328D4-FCF1-43D2-BC6F-087511199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8CB44-34D8-41AB-970B-CC716C33D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511AA-309C-44D0-B2EA-B38CA45DCD9D}" type="datetimeFigureOut">
              <a:rPr lang="en-CA" smtClean="0"/>
              <a:t>2026-04-05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0D877-59B7-4983-A915-1EFE2729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F9814-96B1-4F3F-8603-11995F86D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6C87-D865-4FC0-BE94-A0774F666C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517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9E885B-E5C9-468A-AADA-9BB85C6EC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D21A0-DD62-4478-A820-E96EC5BE0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4A210-0B50-4694-AD42-867EC6FAF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511AA-309C-44D0-B2EA-B38CA45DCD9D}" type="datetimeFigureOut">
              <a:rPr lang="en-CA" smtClean="0"/>
              <a:t>2026-04-05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0BF0E-E858-4412-AD5E-D461A797D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51797-4D44-4AD9-9894-2EA0C866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B6C87-D865-4FC0-BE94-A0774F666C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119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2C9A87-7D5D-4FBB-AA29-BAB31411C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A64B0-D633-4F80-A39D-1D632700D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D711E-51D8-4C11-ABF8-4D820FB43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511AA-309C-44D0-B2EA-B38CA45DCD9D}" type="datetimeFigureOut">
              <a:rPr lang="en-CA" smtClean="0"/>
              <a:t>2026-04-05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DF5E9-9B51-47EF-A29D-0C80AAB71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6686F-92F8-466E-B3CE-1042AE54D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B6C87-D865-4FC0-BE94-A0774F666C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3898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F217A-D281-4C07-8369-544B904C22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AE8-8A15-4051-92A6-68235C7BF7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84323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1F0E82-E141-48EB-B0DA-6398E3770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04" y="333060"/>
            <a:ext cx="5449060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51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E44211-5B73-4649-99B6-FBC36989B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51" y="666439"/>
            <a:ext cx="6826543" cy="309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123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0E3FB8-2626-4804-A7E8-71F992DA0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47" y="818325"/>
            <a:ext cx="7925906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79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317CFD-C15C-46B1-B86A-0504AE474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25" y="585465"/>
            <a:ext cx="6000735" cy="336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62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4743EF-54D4-4D8F-98A2-2415E22C4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890" y="1566602"/>
            <a:ext cx="6230219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59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11B5E4-EA8B-4267-8BC7-9D20D87A6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44" y="656923"/>
            <a:ext cx="5744377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068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45A003-5542-4086-90B2-B27E85407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180" y="1237944"/>
            <a:ext cx="5477639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3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2B673F-77ED-401C-A2CF-F2F384444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495" y="1457050"/>
            <a:ext cx="7059010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6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D59C24-1367-4D12-8316-F07F9B2A8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88" y="910944"/>
            <a:ext cx="8402223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57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6F4165-FAB3-4632-9C96-7D612A8ED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113" y="931057"/>
            <a:ext cx="7925906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679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8AD378-EEAA-47E0-BC57-A79AAF5FB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16" y="629971"/>
            <a:ext cx="6935168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5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99E256-E590-4199-B598-19E9E7162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573" y="1461813"/>
            <a:ext cx="7544853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563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EFD57C-6723-4D95-A23F-9F2F05D97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680" y="1095049"/>
            <a:ext cx="6020640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53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E8BE10-879E-4CDB-92E8-39F90A7B4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258" y="1180786"/>
            <a:ext cx="6325483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6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00BD91-204E-4941-BF2D-1D57F4729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45" y="1128391"/>
            <a:ext cx="9916909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58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Reinforcement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</dc:title>
  <dc:creator>Harpreet Singh</dc:creator>
  <cp:lastModifiedBy>Harpreet Singh</cp:lastModifiedBy>
  <cp:revision>5</cp:revision>
  <dcterms:created xsi:type="dcterms:W3CDTF">2026-04-05T16:37:26Z</dcterms:created>
  <dcterms:modified xsi:type="dcterms:W3CDTF">2026-04-05T17:17:50Z</dcterms:modified>
</cp:coreProperties>
</file>